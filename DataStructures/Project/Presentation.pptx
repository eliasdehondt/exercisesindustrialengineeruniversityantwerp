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94F0"/>
    <a:srgbClr val="4F94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17D318-9583-4D43-B978-EB27E266D9E2}" v="16" dt="2024-10-20T10:53:51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3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8B4072-B509-BA73-8F4E-2C72451B0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32DF254-0C13-50C0-36AB-5224D192AC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3B693A4-279E-368B-8312-54209C9F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579C461-2849-AF52-727D-8C74CE67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B81299B-A4A4-0610-0C95-4E8FA09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5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884C0-32C0-86A3-CF32-178701800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2DE1AE-7B41-5918-FA3E-7547DC732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EA0527D-1811-95C3-8DE5-E3695FEF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C7B428-84ED-99D7-0BC5-2A6109950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178EADA-30AC-3815-718A-A0CB1BB1D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2394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6A23F-6288-78CE-1431-1F4240A14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3DFBE56-9DC6-1BE7-347A-FA0097644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91268A5-9932-12FB-61F0-C7965BAFB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40DF37A-37C6-B730-FC47-CB7CCCAFF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E79459-B11C-1CC8-8BC2-CA5ED30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4733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E6A235-069E-C2D1-2151-44A86D16C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3F1BC2-344B-E3A5-28F7-BF04A3F906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A71472-B0F1-3791-1597-50807B557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78C68A-DB76-F407-7CD4-7DB3D9630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CD900BB-8EF5-E758-268E-3CF56FAE1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E89933B-D0FE-C889-0CFC-3D613D3C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12357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68FB3-D3EF-6DE3-95D5-01CD8D569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3757DC3-C19C-1241-21C3-71D161108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10552CA-7DED-2D1C-DE93-5347E0EF7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A0E737E-3ABC-F304-9275-D467CAD0C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FE88C8C-54FC-F578-0945-6AF5CB196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FBB36BC-86E7-D157-CCFD-2DA981E2D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5250C9A-163E-57FE-4002-C2DA17AC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CEE0ED0-0723-9B65-A773-EF144EE94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2882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0DB41-3D84-D64A-819F-6F982A484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C0F6FE9-0A5F-D0AE-1251-FD71B22B7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B959020-5035-752B-5244-15A3AF34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57BB70A-AED8-3E1D-E94F-7C2D6246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541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31E4E29-6710-B793-6F54-0EA707FBF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52C2669B-457B-B6D3-7A08-4D51791EC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7890EAA-D2B7-8D95-97D9-7DE1AE544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4179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045FE3-D695-4320-4E8A-1F78079EC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06C7D6-454C-11EE-029A-43A44A84A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4C46918-F362-1AD4-A36A-7A1AA31A0C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BA6C692-76BD-FA01-567E-6C0FF018C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2850184-03F0-99DD-1A8E-03DF295E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C975258-6E01-C8E9-C71F-56363C11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53143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C4E5E-5018-7FB6-1822-09FB9DDFF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82EAB0C-82CF-0431-5AE2-850B069132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10EB014-A6ED-E16D-7E02-1C2CB8B845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13814EE-9227-D350-7D79-494D4A99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9F54E00-1BC3-C1EB-FA4C-EC9F69C11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B9959C6-A352-2176-2498-47A27345C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1507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1CE2CB-D718-ED95-5F63-CA921B52A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0B9AEBA-1269-EFE1-2FA2-E8263C03D5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15A030-9C29-2298-EA57-36E383624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ADF9E4-08F1-BE49-F9D0-92B9EB55E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4504371-14C2-3064-625C-C712D8BBF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18728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FD67F1A-28A3-5D28-550E-642C0C1A6A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551E7C2-7B98-E699-B44C-6B4D342FBA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E9761D2-7E86-B49D-422F-7BC938BA3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995C7-AA4E-A877-E000-0C7D55E1F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0637DA1-96A0-5073-0F03-380C6F206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0326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8CC4EC3-D957-59DE-71C6-DBB7E3359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2ED0F3B-28F7-DF04-330E-684AB28C4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882B3D1-AFA3-0A2A-23DF-BDEFD2C2C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9E2517-0A45-47AC-AE12-896543034F76}" type="datetimeFigureOut">
              <a:rPr lang="nl-BE" smtClean="0"/>
              <a:t>19/11/2025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D8C1C5-4B7E-7A9B-29F6-D7DA66291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C61F20-0463-9716-EBB5-2A9AFC137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9498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F1048811-A0E3-1AAF-B1B7-2D04563D215F}"/>
              </a:ext>
            </a:extLst>
          </p:cNvPr>
          <p:cNvSpPr/>
          <p:nvPr/>
        </p:nvSpPr>
        <p:spPr>
          <a:xfrm rot="16200000">
            <a:off x="-381001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0B35DED7-56D5-3760-6582-CCC6CC13A5F3}"/>
              </a:ext>
            </a:extLst>
          </p:cNvPr>
          <p:cNvSpPr/>
          <p:nvPr/>
        </p:nvSpPr>
        <p:spPr>
          <a:xfrm rot="16200000">
            <a:off x="5714999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pic>
        <p:nvPicPr>
          <p:cNvPr id="9" name="Afbeelding 8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BBEC1AC0-65DF-D098-F284-E73DE7970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2" y="1044893"/>
            <a:ext cx="4768212" cy="4768212"/>
          </a:xfrm>
          <a:prstGeom prst="rect">
            <a:avLst/>
          </a:prstGeom>
        </p:spPr>
      </p:pic>
      <p:sp>
        <p:nvSpPr>
          <p:cNvPr id="17" name="Rechthoek 16">
            <a:extLst>
              <a:ext uri="{FF2B5EF4-FFF2-40B4-BE49-F238E27FC236}">
                <a16:creationId xmlns:a16="http://schemas.microsoft.com/office/drawing/2014/main" id="{939CBB60-D4B7-476A-45D0-49378F3212B7}"/>
              </a:ext>
            </a:extLst>
          </p:cNvPr>
          <p:cNvSpPr/>
          <p:nvPr/>
        </p:nvSpPr>
        <p:spPr>
          <a:xfrm rot="16200000">
            <a:off x="5067302" y="798071"/>
            <a:ext cx="2057399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050A9804-C01D-8978-943C-05168872AEE2}"/>
              </a:ext>
            </a:extLst>
          </p:cNvPr>
          <p:cNvSpPr/>
          <p:nvPr/>
        </p:nvSpPr>
        <p:spPr>
          <a:xfrm rot="16200000">
            <a:off x="5351931" y="5883300"/>
            <a:ext cx="1488141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10512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Afbeelding 12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77257E80-ECF4-1217-B64F-72909FC4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4" y="1044891"/>
            <a:ext cx="4768212" cy="4768212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F1048811-A0E3-1AAF-B1B7-2D04563D215F}"/>
              </a:ext>
            </a:extLst>
          </p:cNvPr>
          <p:cNvSpPr/>
          <p:nvPr/>
        </p:nvSpPr>
        <p:spPr>
          <a:xfrm rot="16200000">
            <a:off x="-3074642" y="3074639"/>
            <a:ext cx="6858001" cy="708718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0B35DED7-56D5-3760-6582-CCC6CC13A5F3}"/>
              </a:ext>
            </a:extLst>
          </p:cNvPr>
          <p:cNvSpPr/>
          <p:nvPr/>
        </p:nvSpPr>
        <p:spPr>
          <a:xfrm rot="16200000">
            <a:off x="8408641" y="3074639"/>
            <a:ext cx="6858001" cy="708717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939CBB60-D4B7-476A-45D0-49378F3212B7}"/>
              </a:ext>
            </a:extLst>
          </p:cNvPr>
          <p:cNvSpPr/>
          <p:nvPr/>
        </p:nvSpPr>
        <p:spPr>
          <a:xfrm rot="16200000">
            <a:off x="4240307" y="-3531591"/>
            <a:ext cx="3711388" cy="107745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050A9804-C01D-8978-943C-05168872AEE2}"/>
              </a:ext>
            </a:extLst>
          </p:cNvPr>
          <p:cNvSpPr/>
          <p:nvPr/>
        </p:nvSpPr>
        <p:spPr>
          <a:xfrm rot="16200000">
            <a:off x="4522697" y="-102591"/>
            <a:ext cx="3146610" cy="107745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7AE40C7C-B7EF-0299-84D2-C05EB2CC0D44}"/>
              </a:ext>
            </a:extLst>
          </p:cNvPr>
          <p:cNvSpPr txBox="1"/>
          <p:nvPr/>
        </p:nvSpPr>
        <p:spPr>
          <a:xfrm>
            <a:off x="11469838" y="6488668"/>
            <a:ext cx="771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nl-B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/20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E6663C2E-60D3-F63B-CE82-183F302ADE26}"/>
              </a:ext>
            </a:extLst>
          </p:cNvPr>
          <p:cNvSpPr txBox="1"/>
          <p:nvPr/>
        </p:nvSpPr>
        <p:spPr>
          <a:xfrm>
            <a:off x="5127811" y="-5"/>
            <a:ext cx="1936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4000" b="1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</a:p>
        </p:txBody>
      </p:sp>
      <p:pic>
        <p:nvPicPr>
          <p:cNvPr id="5" name="Afbeelding 4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1E4B8A9B-8082-CA6E-6F39-82B9C517A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114" y="-4"/>
            <a:ext cx="707885" cy="70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26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reated by Elias De Hondt.pptx" id="{5658CC3D-9A66-4304-8F8A-5C108BACB9D7}" vid="{D4DB8EE5-7C8E-47F0-B969-996372B634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EliasDH BV</Template>
  <TotalTime>0</TotalTime>
  <Words>2</Words>
  <Application>Microsoft Office PowerPoint</Application>
  <PresentationFormat>Breedbeeld</PresentationFormat>
  <Paragraphs>2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De Hondt</dc:creator>
  <cp:lastModifiedBy>Elias De Hondt</cp:lastModifiedBy>
  <cp:revision>1</cp:revision>
  <dcterms:created xsi:type="dcterms:W3CDTF">2025-11-19T10:53:37Z</dcterms:created>
  <dcterms:modified xsi:type="dcterms:W3CDTF">2025-11-19T10:53:49Z</dcterms:modified>
</cp:coreProperties>
</file>