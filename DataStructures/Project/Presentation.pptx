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4F0"/>
    <a:srgbClr val="4F9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7D318-9583-4D43-B978-EB27E266D9E2}" v="16" dt="2024-10-20T10:53:51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B4072-B509-BA73-8F4E-2C72451B0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32DF254-0C13-50C0-36AB-5224D192A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B693A4-279E-368B-8312-54209C9F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79C461-2849-AF52-727D-8C74CE67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81299B-A4A4-0610-0C95-4E8FA09E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61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884C0-32C0-86A3-CF32-17870180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2DE1AE-7B41-5918-FA3E-7547DC732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A0527D-1811-95C3-8DE5-E3695FEF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C7B428-84ED-99D7-0BC5-2A610995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178EADA-30AC-3815-718A-A0CB1BB1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239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6A23F-6288-78CE-1431-1F4240A1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3DFBE56-9DC6-1BE7-347A-FA009764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91268A5-9932-12FB-61F0-C7965BAF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0DF37A-37C6-B730-FC47-CB7CCCAF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E79459-B11C-1CC8-8BC2-CA5ED303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733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6A235-069E-C2D1-2151-44A86D16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3F1BC2-344B-E3A5-28F7-BF04A3F90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EA71472-B0F1-3791-1597-50807B557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F78C68A-DB76-F407-7CD4-7DB3D963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CD900BB-8EF5-E758-268E-3CF56FAE1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E89933B-D0FE-C889-0CFC-3D613D3C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235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68FB3-D3EF-6DE3-95D5-01CD8D56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3757DC3-C19C-1241-21C3-71D161108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10552CA-7DED-2D1C-DE93-5347E0EF7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A0E737E-3ABC-F304-9275-D467CAD0C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FE88C8C-54FC-F578-0945-6AF5CB196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FBB36BC-86E7-D157-CCFD-2DA981E2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5250C9A-163E-57FE-4002-C2DA17AC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CEE0ED0-0723-9B65-A773-EF144EE9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288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0DB41-3D84-D64A-819F-6F982A48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C0F6FE9-0A5F-D0AE-1251-FD71B22B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B959020-5035-752B-5244-15A3AF34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57BB70A-AED8-3E1D-E94F-7C2D6246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541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31E4E29-6710-B793-6F54-0EA707FB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2C2669B-457B-B6D3-7A08-4D51791E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7890EAA-D2B7-8D95-97D9-7DE1AE54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417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45FE3-D695-4320-4E8A-1F78079E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06C7D6-454C-11EE-029A-43A44A84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4C46918-F362-1AD4-A36A-7A1AA31A0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BA6C692-76BD-FA01-567E-6C0FF018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2850184-03F0-99DD-1A8E-03DF295E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C975258-6E01-C8E9-C71F-56363C11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314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C4E5E-5018-7FB6-1822-09FB9DDF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82EAB0C-82CF-0431-5AE2-850B06913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10EB014-A6ED-E16D-7E02-1C2CB8B84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13814EE-9227-D350-7D79-494D4A99E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9F54E00-1BC3-C1EB-FA4C-EC9F69C1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B9959C6-A352-2176-2498-47A27345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150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1CE2CB-D718-ED95-5F63-CA921B52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0B9AEBA-1269-EFE1-2FA2-E8263C03D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15A030-9C29-2298-EA57-36E38362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ADF9E4-08F1-BE49-F9D0-92B9EB55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4504371-14C2-3064-625C-C712D8BB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1872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FD67F1A-28A3-5D28-550E-642C0C1A6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551E7C2-7B98-E699-B44C-6B4D342FB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9761D2-7E86-B49D-422F-7BC938BA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8995C7-AA4E-A877-E000-0C7D55E1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0637DA1-96A0-5073-0F03-380C6F20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032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8CC4EC3-D957-59DE-71C6-DBB7E335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2ED0F3B-28F7-DF04-330E-684AB28C4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82B3D1-AFA3-0A2A-23DF-BDEFD2C2C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E2517-0A45-47AC-AE12-896543034F76}" type="datetimeFigureOut">
              <a:rPr lang="nl-BE" smtClean="0"/>
              <a:t>28/01/2026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D8C1C5-4B7E-7A9B-29F6-D7DA66291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C61F20-0463-9716-EBB5-2A9AFC137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D813F-B438-4309-9304-91619E1C8C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949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F1048811-A0E3-1AAF-B1B7-2D04563D215F}"/>
              </a:ext>
            </a:extLst>
          </p:cNvPr>
          <p:cNvSpPr/>
          <p:nvPr/>
        </p:nvSpPr>
        <p:spPr>
          <a:xfrm rot="16200000">
            <a:off x="-381001" y="380999"/>
            <a:ext cx="6858001" cy="6096000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0B35DED7-56D5-3760-6582-CCC6CC13A5F3}"/>
              </a:ext>
            </a:extLst>
          </p:cNvPr>
          <p:cNvSpPr/>
          <p:nvPr/>
        </p:nvSpPr>
        <p:spPr>
          <a:xfrm rot="16200000">
            <a:off x="5714999" y="380999"/>
            <a:ext cx="6858001" cy="6096000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9" name="Afbeelding 8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BBEC1AC0-65DF-D098-F284-E73DE7970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92" y="1044893"/>
            <a:ext cx="4768212" cy="4768212"/>
          </a:xfrm>
          <a:prstGeom prst="rect">
            <a:avLst/>
          </a:prstGeom>
        </p:spPr>
      </p:pic>
      <p:sp>
        <p:nvSpPr>
          <p:cNvPr id="17" name="Rechthoek 16">
            <a:extLst>
              <a:ext uri="{FF2B5EF4-FFF2-40B4-BE49-F238E27FC236}">
                <a16:creationId xmlns:a16="http://schemas.microsoft.com/office/drawing/2014/main" id="{939CBB60-D4B7-476A-45D0-49378F3212B7}"/>
              </a:ext>
            </a:extLst>
          </p:cNvPr>
          <p:cNvSpPr/>
          <p:nvPr/>
        </p:nvSpPr>
        <p:spPr>
          <a:xfrm rot="16200000">
            <a:off x="5067302" y="798071"/>
            <a:ext cx="2057399" cy="4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050A9804-C01D-8978-943C-05168872AEE2}"/>
              </a:ext>
            </a:extLst>
          </p:cNvPr>
          <p:cNvSpPr/>
          <p:nvPr/>
        </p:nvSpPr>
        <p:spPr>
          <a:xfrm rot="16200000">
            <a:off x="5351931" y="5883300"/>
            <a:ext cx="1488141" cy="4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1051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77257E80-ECF4-1217-B64F-72909FC45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94" y="1044891"/>
            <a:ext cx="4768212" cy="4768212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F1048811-A0E3-1AAF-B1B7-2D04563D215F}"/>
              </a:ext>
            </a:extLst>
          </p:cNvPr>
          <p:cNvSpPr/>
          <p:nvPr/>
        </p:nvSpPr>
        <p:spPr>
          <a:xfrm rot="16200000">
            <a:off x="-3074642" y="3074639"/>
            <a:ext cx="6858001" cy="708718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0B35DED7-56D5-3760-6582-CCC6CC13A5F3}"/>
              </a:ext>
            </a:extLst>
          </p:cNvPr>
          <p:cNvSpPr/>
          <p:nvPr/>
        </p:nvSpPr>
        <p:spPr>
          <a:xfrm rot="16200000">
            <a:off x="8408641" y="3074639"/>
            <a:ext cx="6858001" cy="708717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939CBB60-D4B7-476A-45D0-49378F3212B7}"/>
              </a:ext>
            </a:extLst>
          </p:cNvPr>
          <p:cNvSpPr/>
          <p:nvPr/>
        </p:nvSpPr>
        <p:spPr>
          <a:xfrm rot="16200000">
            <a:off x="4240307" y="-3531591"/>
            <a:ext cx="3711388" cy="10774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050A9804-C01D-8978-943C-05168872AEE2}"/>
              </a:ext>
            </a:extLst>
          </p:cNvPr>
          <p:cNvSpPr/>
          <p:nvPr/>
        </p:nvSpPr>
        <p:spPr>
          <a:xfrm rot="16200000">
            <a:off x="4522697" y="-102591"/>
            <a:ext cx="3146610" cy="107745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AE40C7C-B7EF-0299-84D2-C05EB2CC0D44}"/>
              </a:ext>
            </a:extLst>
          </p:cNvPr>
          <p:cNvSpPr txBox="1"/>
          <p:nvPr/>
        </p:nvSpPr>
        <p:spPr>
          <a:xfrm>
            <a:off x="11469838" y="6488668"/>
            <a:ext cx="771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nl-B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nl-B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/03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E6663C2E-60D3-F63B-CE82-183F302ADE26}"/>
              </a:ext>
            </a:extLst>
          </p:cNvPr>
          <p:cNvSpPr txBox="1"/>
          <p:nvPr/>
        </p:nvSpPr>
        <p:spPr>
          <a:xfrm>
            <a:off x="707889" y="-5"/>
            <a:ext cx="10774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4000" b="1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nl-BE" sz="4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nl-BE" sz="4000" b="1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endParaRPr lang="nl-BE" sz="4000" b="1" dirty="0">
              <a:solidFill>
                <a:srgbClr val="4F94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Afbeelding 4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1E4B8A9B-8082-CA6E-6F39-82B9C517A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114" y="-4"/>
            <a:ext cx="707885" cy="707885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EF489CF1-155E-FE5D-023E-0C9AAEEFC35A}"/>
              </a:ext>
            </a:extLst>
          </p:cNvPr>
          <p:cNvSpPr txBox="1"/>
          <p:nvPr/>
        </p:nvSpPr>
        <p:spPr>
          <a:xfrm>
            <a:off x="1417437" y="1843947"/>
            <a:ext cx="93571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nl-BE" sz="2000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implemented</a:t>
            </a:r>
            <a:r>
              <a:rPr lang="nl-BE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nl-BE" sz="2000" b="1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sparse</a:t>
            </a:r>
            <a:r>
              <a:rPr lang="nl-BE" sz="2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matrix</a:t>
            </a:r>
            <a:r>
              <a:rPr lang="nl-BE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nl-BE" sz="2000" dirty="0">
              <a:solidFill>
                <a:srgbClr val="4F94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use a simple Map structure (</a:t>
            </a:r>
            <a:r>
              <a:rPr lang="en-US" sz="2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</a:t>
            </a: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format) to store only the non-zero numbers.</a:t>
            </a:r>
          </a:p>
          <a:p>
            <a:endParaRPr lang="nl-BE" sz="2000" dirty="0">
              <a:solidFill>
                <a:srgbClr val="4F94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required unit </a:t>
            </a:r>
            <a:r>
              <a:rPr lang="en-US" sz="2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passed, proving the system is correct and saves memory.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more efficient?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we actually not storing 0?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copy the matrix and is it exactly the same?</a:t>
            </a:r>
          </a:p>
        </p:txBody>
      </p:sp>
    </p:spTree>
    <p:extLst>
      <p:ext uri="{BB962C8B-B14F-4D97-AF65-F5344CB8AC3E}">
        <p14:creationId xmlns:p14="http://schemas.microsoft.com/office/powerpoint/2010/main" val="202526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887A-D35F-230A-439F-96655B86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B17207C4-B536-153E-722A-CBE3C3673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94" y="1044891"/>
            <a:ext cx="4768212" cy="4768212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11C1C048-DD54-9E0E-C988-70CC1699DD90}"/>
              </a:ext>
            </a:extLst>
          </p:cNvPr>
          <p:cNvSpPr/>
          <p:nvPr/>
        </p:nvSpPr>
        <p:spPr>
          <a:xfrm rot="16200000">
            <a:off x="-3074642" y="3074639"/>
            <a:ext cx="6858001" cy="708718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A911C48E-1563-CDF5-D8E9-EA7DBDB9006E}"/>
              </a:ext>
            </a:extLst>
          </p:cNvPr>
          <p:cNvSpPr/>
          <p:nvPr/>
        </p:nvSpPr>
        <p:spPr>
          <a:xfrm rot="16200000">
            <a:off x="8408641" y="3074639"/>
            <a:ext cx="6858001" cy="708717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5BF86FB4-2B83-B337-5357-74F8263FEF80}"/>
              </a:ext>
            </a:extLst>
          </p:cNvPr>
          <p:cNvSpPr/>
          <p:nvPr/>
        </p:nvSpPr>
        <p:spPr>
          <a:xfrm rot="16200000">
            <a:off x="4240307" y="-3531591"/>
            <a:ext cx="3711388" cy="10774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D69D29D-2054-F8AC-F383-9FE4FC95931B}"/>
              </a:ext>
            </a:extLst>
          </p:cNvPr>
          <p:cNvSpPr/>
          <p:nvPr/>
        </p:nvSpPr>
        <p:spPr>
          <a:xfrm rot="16200000">
            <a:off x="4522697" y="-102591"/>
            <a:ext cx="3146610" cy="107745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A4ABAA95-C277-E178-07EA-1EFAED534F80}"/>
              </a:ext>
            </a:extLst>
          </p:cNvPr>
          <p:cNvSpPr txBox="1"/>
          <p:nvPr/>
        </p:nvSpPr>
        <p:spPr>
          <a:xfrm>
            <a:off x="11469838" y="6488668"/>
            <a:ext cx="771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02/03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7E5235AD-BDD1-D689-19FB-BBEBF39F22DD}"/>
              </a:ext>
            </a:extLst>
          </p:cNvPr>
          <p:cNvSpPr txBox="1"/>
          <p:nvPr/>
        </p:nvSpPr>
        <p:spPr>
          <a:xfrm>
            <a:off x="707889" y="-5"/>
            <a:ext cx="107745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4000" b="1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  <a:r>
              <a:rPr lang="nl-BE" sz="4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nl-BE" sz="4000" b="1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nl-BE" sz="4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</a:t>
            </a:r>
          </a:p>
        </p:txBody>
      </p:sp>
      <p:pic>
        <p:nvPicPr>
          <p:cNvPr id="5" name="Afbeelding 4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18392E34-A764-8093-8130-523C23C97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114" y="-4"/>
            <a:ext cx="707885" cy="707885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21DA3BC7-273A-3B36-E8A5-7476034F060A}"/>
              </a:ext>
            </a:extLst>
          </p:cNvPr>
          <p:cNvSpPr txBox="1"/>
          <p:nvPr/>
        </p:nvSpPr>
        <p:spPr>
          <a:xfrm>
            <a:off x="1417437" y="2151724"/>
            <a:ext cx="93571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current Map structure is easy to use, but there are faster, more complex storage methods available (like CSR).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Compressed Sparse Row: To put it in a nutshell, we are only storing 2 important values instead of the coordinates we store the index end value.</a:t>
            </a:r>
          </a:p>
          <a:p>
            <a:endParaRPr lang="en-US" sz="2000" dirty="0">
              <a:solidFill>
                <a:srgbClr val="4F94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(+) and Subtraction (-).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F94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be fun to do it in 3D for example.</a:t>
            </a:r>
          </a:p>
        </p:txBody>
      </p:sp>
    </p:spTree>
    <p:extLst>
      <p:ext uri="{BB962C8B-B14F-4D97-AF65-F5344CB8AC3E}">
        <p14:creationId xmlns:p14="http://schemas.microsoft.com/office/powerpoint/2010/main" val="657320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61C1-B7F2-355D-7C2E-802FA5CFA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85812A4B-93EA-6B6F-2A14-9890CA4AD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94" y="1044891"/>
            <a:ext cx="4768212" cy="4768212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FD658844-07DF-92FE-D951-11390C66E4B5}"/>
              </a:ext>
            </a:extLst>
          </p:cNvPr>
          <p:cNvSpPr/>
          <p:nvPr/>
        </p:nvSpPr>
        <p:spPr>
          <a:xfrm rot="16200000">
            <a:off x="-3074642" y="3074639"/>
            <a:ext cx="6858001" cy="708718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4DDF89F3-C5D8-701F-84C4-3A7CB77AA380}"/>
              </a:ext>
            </a:extLst>
          </p:cNvPr>
          <p:cNvSpPr/>
          <p:nvPr/>
        </p:nvSpPr>
        <p:spPr>
          <a:xfrm rot="16200000">
            <a:off x="8408641" y="3074639"/>
            <a:ext cx="6858001" cy="708717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5F6ED6B-BAB6-C4DC-A1FF-932DEF4B732C}"/>
              </a:ext>
            </a:extLst>
          </p:cNvPr>
          <p:cNvSpPr/>
          <p:nvPr/>
        </p:nvSpPr>
        <p:spPr>
          <a:xfrm rot="16200000">
            <a:off x="4240307" y="-3531591"/>
            <a:ext cx="3711388" cy="10774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8E3EC065-5C20-17BD-41CC-468F5F5D07B5}"/>
              </a:ext>
            </a:extLst>
          </p:cNvPr>
          <p:cNvSpPr/>
          <p:nvPr/>
        </p:nvSpPr>
        <p:spPr>
          <a:xfrm rot="16200000">
            <a:off x="4522697" y="-102591"/>
            <a:ext cx="3146610" cy="107745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F2A62671-F134-24A8-47AE-D2F983F697F2}"/>
              </a:ext>
            </a:extLst>
          </p:cNvPr>
          <p:cNvSpPr txBox="1"/>
          <p:nvPr/>
        </p:nvSpPr>
        <p:spPr>
          <a:xfrm>
            <a:off x="11469838" y="6488668"/>
            <a:ext cx="771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03/03</a:t>
            </a:r>
            <a:endParaRPr lang="nl-BE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0664F20B-371D-8CBA-AB5F-25E9A4A39E67}"/>
              </a:ext>
            </a:extLst>
          </p:cNvPr>
          <p:cNvSpPr txBox="1"/>
          <p:nvPr/>
        </p:nvSpPr>
        <p:spPr>
          <a:xfrm>
            <a:off x="708716" y="-5"/>
            <a:ext cx="10788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4000" b="1" dirty="0" err="1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nl-BE" sz="4000" b="1" dirty="0">
                <a:solidFill>
                  <a:srgbClr val="4F94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Afbeelding 4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1E29FD03-9EBA-3A8D-07EB-4E8DD653D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114" y="-4"/>
            <a:ext cx="707885" cy="707885"/>
          </a:xfrm>
          <a:prstGeom prst="rect">
            <a:avLst/>
          </a:prstGeom>
        </p:spPr>
      </p:pic>
      <p:pic>
        <p:nvPicPr>
          <p:cNvPr id="7" name="Afbeelding 6" descr="Afbeelding met tekst, nummer, diagram, schermopname&#10;&#10;Door AI gegenereerde inhoud is mogelijk onjuist.">
            <a:extLst>
              <a:ext uri="{FF2B5EF4-FFF2-40B4-BE49-F238E27FC236}">
                <a16:creationId xmlns:a16="http://schemas.microsoft.com/office/drawing/2014/main" id="{FB8DD79F-D580-6363-2FF8-2674E3A87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330" y="908301"/>
            <a:ext cx="10082784" cy="5041392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7E4CC29-276A-C6EA-D5ED-F1A72170BC52}"/>
              </a:ext>
            </a:extLst>
          </p:cNvPr>
          <p:cNvSpPr/>
          <p:nvPr/>
        </p:nvSpPr>
        <p:spPr>
          <a:xfrm rot="16200000">
            <a:off x="6774974" y="-1669576"/>
            <a:ext cx="582172" cy="57379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7FCDDC89-ACF8-ABD2-F2CD-2E1D63AD594A}"/>
              </a:ext>
            </a:extLst>
          </p:cNvPr>
          <p:cNvSpPr/>
          <p:nvPr/>
        </p:nvSpPr>
        <p:spPr>
          <a:xfrm rot="16200000">
            <a:off x="7609603" y="460977"/>
            <a:ext cx="582172" cy="2058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20697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8452-3DE9-7F04-3939-9D82D6DD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200B7EFF-9925-5D91-6E3A-0D88BB05915F}"/>
              </a:ext>
            </a:extLst>
          </p:cNvPr>
          <p:cNvSpPr/>
          <p:nvPr/>
        </p:nvSpPr>
        <p:spPr>
          <a:xfrm rot="16200000">
            <a:off x="-381001" y="380999"/>
            <a:ext cx="6858001" cy="6096000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0F9AC796-9589-B48F-FCB8-D16AE87D80B2}"/>
              </a:ext>
            </a:extLst>
          </p:cNvPr>
          <p:cNvSpPr/>
          <p:nvPr/>
        </p:nvSpPr>
        <p:spPr>
          <a:xfrm rot="16200000">
            <a:off x="5714999" y="380999"/>
            <a:ext cx="6858001" cy="6096000"/>
          </a:xfrm>
          <a:prstGeom prst="rect">
            <a:avLst/>
          </a:prstGeom>
          <a:solidFill>
            <a:srgbClr val="4F94F0"/>
          </a:solidFill>
          <a:ln>
            <a:solidFill>
              <a:srgbClr val="4F9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9" name="Afbeelding 8" descr="Afbeelding met symbool, logo, Graphics, cirkel&#10;&#10;Automatisch gegenereerde beschrijving">
            <a:extLst>
              <a:ext uri="{FF2B5EF4-FFF2-40B4-BE49-F238E27FC236}">
                <a16:creationId xmlns:a16="http://schemas.microsoft.com/office/drawing/2014/main" id="{DCBF7A2D-11AB-4CA5-DA24-317D75846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92" y="1044893"/>
            <a:ext cx="4768212" cy="4768212"/>
          </a:xfrm>
          <a:prstGeom prst="rect">
            <a:avLst/>
          </a:prstGeom>
        </p:spPr>
      </p:pic>
      <p:sp>
        <p:nvSpPr>
          <p:cNvPr id="17" name="Rechthoek 16">
            <a:extLst>
              <a:ext uri="{FF2B5EF4-FFF2-40B4-BE49-F238E27FC236}">
                <a16:creationId xmlns:a16="http://schemas.microsoft.com/office/drawing/2014/main" id="{69311509-B175-6E60-6192-DCEA374FBE1A}"/>
              </a:ext>
            </a:extLst>
          </p:cNvPr>
          <p:cNvSpPr/>
          <p:nvPr/>
        </p:nvSpPr>
        <p:spPr>
          <a:xfrm rot="16200000">
            <a:off x="5067302" y="798071"/>
            <a:ext cx="2057399" cy="4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15834A3-2E47-EE33-ACCD-07965BE2322D}"/>
              </a:ext>
            </a:extLst>
          </p:cNvPr>
          <p:cNvSpPr/>
          <p:nvPr/>
        </p:nvSpPr>
        <p:spPr>
          <a:xfrm rot="16200000">
            <a:off x="5351931" y="5883300"/>
            <a:ext cx="1488141" cy="461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35581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reated by Elias De Hondt.pptx" id="{5658CC3D-9A66-4304-8F8A-5C108BACB9D7}" vid="{D4DB8EE5-7C8E-47F0-B969-996372B63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EliasDH BV</Template>
  <TotalTime>0</TotalTime>
  <Words>142</Words>
  <Application>Microsoft Office PowerPoint</Application>
  <PresentationFormat>Breedbeeld</PresentationFormat>
  <Paragraphs>20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De Hondt</dc:creator>
  <cp:lastModifiedBy>Elias De Hondt</cp:lastModifiedBy>
  <cp:revision>3</cp:revision>
  <dcterms:created xsi:type="dcterms:W3CDTF">2025-11-19T10:53:37Z</dcterms:created>
  <dcterms:modified xsi:type="dcterms:W3CDTF">2026-01-28T11:52:53Z</dcterms:modified>
</cp:coreProperties>
</file>